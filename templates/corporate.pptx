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72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13" autoAdjust="0"/>
    <p:restoredTop sz="94660"/>
  </p:normalViewPr>
  <p:slideViewPr>
    <p:cSldViewPr snapToGrid="0">
      <p:cViewPr varScale="1">
        <p:scale>
          <a:sx n="160" d="100"/>
          <a:sy n="160" d="100"/>
        </p:scale>
        <p:origin x="2586" y="1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roup 18"/>
          <p:cNvGrpSpPr/>
          <p:nvPr/>
        </p:nvGrpSpPr>
        <p:grpSpPr>
          <a:xfrm>
            <a:off x="546100" y="-4763"/>
            <a:ext cx="5014912" cy="6862763"/>
            <a:chOff x="2928938" y="-4763"/>
            <a:chExt cx="5014912" cy="6862763"/>
          </a:xfrm>
        </p:grpSpPr>
        <p:sp>
          <p:nvSpPr>
            <p:cNvPr id="22" name="Freeform 6"/>
            <p:cNvSpPr/>
            <p:nvPr/>
          </p:nvSpPr>
          <p:spPr bwMode="auto">
            <a:xfrm>
              <a:off x="3367088" y="-4763"/>
              <a:ext cx="1063625" cy="2782888"/>
            </a:xfrm>
            <a:custGeom>
              <a:avLst/>
              <a:gdLst/>
              <a:ahLst/>
              <a:cxnLst/>
              <a:rect l="0" t="0" r="r" b="b"/>
              <a:pathLst>
                <a:path w="670" h="1753">
                  <a:moveTo>
                    <a:pt x="0" y="1696"/>
                  </a:moveTo>
                  <a:lnTo>
                    <a:pt x="225" y="1753"/>
                  </a:lnTo>
                  <a:lnTo>
                    <a:pt x="670" y="0"/>
                  </a:lnTo>
                  <a:lnTo>
                    <a:pt x="430" y="0"/>
                  </a:lnTo>
                  <a:lnTo>
                    <a:pt x="0" y="169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23" name="Freeform 7"/>
            <p:cNvSpPr/>
            <p:nvPr/>
          </p:nvSpPr>
          <p:spPr bwMode="auto">
            <a:xfrm>
              <a:off x="2928938" y="-4763"/>
              <a:ext cx="1035050" cy="2673350"/>
            </a:xfrm>
            <a:custGeom>
              <a:avLst/>
              <a:gdLst/>
              <a:ahLst/>
              <a:cxnLst/>
              <a:rect l="0" t="0" r="r" b="b"/>
              <a:pathLst>
                <a:path w="652" h="1684">
                  <a:moveTo>
                    <a:pt x="225" y="1684"/>
                  </a:moveTo>
                  <a:lnTo>
                    <a:pt x="652" y="0"/>
                  </a:lnTo>
                  <a:lnTo>
                    <a:pt x="411" y="0"/>
                  </a:lnTo>
                  <a:lnTo>
                    <a:pt x="0" y="1627"/>
                  </a:lnTo>
                  <a:lnTo>
                    <a:pt x="219" y="1681"/>
                  </a:lnTo>
                  <a:lnTo>
                    <a:pt x="225" y="1684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24" name="Freeform 9"/>
            <p:cNvSpPr/>
            <p:nvPr/>
          </p:nvSpPr>
          <p:spPr bwMode="auto">
            <a:xfrm>
              <a:off x="2928938" y="2582862"/>
              <a:ext cx="2693987" cy="4275138"/>
            </a:xfrm>
            <a:custGeom>
              <a:avLst/>
              <a:gdLst/>
              <a:ahLst/>
              <a:cxnLst/>
              <a:rect l="0" t="0" r="r" b="b"/>
              <a:pathLst>
                <a:path w="1697" h="2693">
                  <a:moveTo>
                    <a:pt x="0" y="0"/>
                  </a:moveTo>
                  <a:lnTo>
                    <a:pt x="1622" y="2693"/>
                  </a:lnTo>
                  <a:lnTo>
                    <a:pt x="1697" y="26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25" name="Freeform 10"/>
            <p:cNvSpPr/>
            <p:nvPr/>
          </p:nvSpPr>
          <p:spPr bwMode="auto">
            <a:xfrm>
              <a:off x="3371850" y="2692400"/>
              <a:ext cx="3332162" cy="4165600"/>
            </a:xfrm>
            <a:custGeom>
              <a:avLst/>
              <a:gdLst/>
              <a:ahLst/>
              <a:cxnLst/>
              <a:rect l="0" t="0" r="r" b="b"/>
              <a:pathLst>
                <a:path w="2099" h="2624">
                  <a:moveTo>
                    <a:pt x="2099" y="2624"/>
                  </a:moveTo>
                  <a:lnTo>
                    <a:pt x="0" y="0"/>
                  </a:lnTo>
                  <a:lnTo>
                    <a:pt x="2021" y="2624"/>
                  </a:lnTo>
                  <a:lnTo>
                    <a:pt x="2099" y="2624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26" name="Freeform 11"/>
            <p:cNvSpPr/>
            <p:nvPr/>
          </p:nvSpPr>
          <p:spPr bwMode="auto">
            <a:xfrm>
              <a:off x="3367088" y="2687637"/>
              <a:ext cx="4576762" cy="4170363"/>
            </a:xfrm>
            <a:custGeom>
              <a:avLst/>
              <a:gdLst/>
              <a:ahLst/>
              <a:cxnLst/>
              <a:rect l="0" t="0" r="r" b="b"/>
              <a:pathLst>
                <a:path w="2883" h="2627">
                  <a:moveTo>
                    <a:pt x="0" y="0"/>
                  </a:moveTo>
                  <a:lnTo>
                    <a:pt x="3" y="3"/>
                  </a:lnTo>
                  <a:lnTo>
                    <a:pt x="2102" y="2627"/>
                  </a:lnTo>
                  <a:lnTo>
                    <a:pt x="2883" y="2627"/>
                  </a:lnTo>
                  <a:lnTo>
                    <a:pt x="225" y="5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27" name="Freeform 12"/>
            <p:cNvSpPr/>
            <p:nvPr/>
          </p:nvSpPr>
          <p:spPr bwMode="auto">
            <a:xfrm>
              <a:off x="2928938" y="2578100"/>
              <a:ext cx="3584575" cy="4279900"/>
            </a:xfrm>
            <a:custGeom>
              <a:avLst/>
              <a:gdLst/>
              <a:ahLst/>
              <a:cxnLst/>
              <a:rect l="0" t="0" r="r" b="b"/>
              <a:pathLst>
                <a:path w="2258" h="2696">
                  <a:moveTo>
                    <a:pt x="2258" y="2696"/>
                  </a:moveTo>
                  <a:lnTo>
                    <a:pt x="264" y="111"/>
                  </a:lnTo>
                  <a:lnTo>
                    <a:pt x="228" y="60"/>
                  </a:lnTo>
                  <a:lnTo>
                    <a:pt x="225" y="57"/>
                  </a:lnTo>
                  <a:lnTo>
                    <a:pt x="0" y="0"/>
                  </a:lnTo>
                  <a:lnTo>
                    <a:pt x="0" y="3"/>
                  </a:lnTo>
                  <a:lnTo>
                    <a:pt x="1697" y="2696"/>
                  </a:lnTo>
                  <a:lnTo>
                    <a:pt x="2258" y="2696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txBody>
            <a:bodyPr/>
            <a:lstStyle/>
            <a:p>
              <a:endParaRPr lang="en-GB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928401" y="1380068"/>
            <a:ext cx="8574622" cy="2616199"/>
          </a:xfrm>
        </p:spPr>
        <p:txBody>
          <a:bodyPr anchor="b">
            <a:normAutofit/>
          </a:bodyPr>
          <a:lstStyle>
            <a:lvl1pPr algn="r">
              <a:defRPr sz="60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515377" y="3996267"/>
            <a:ext cx="6987645" cy="1388534"/>
          </a:xfrm>
        </p:spPr>
        <p:txBody>
          <a:bodyPr anchor="t">
            <a:normAutofit/>
          </a:bodyPr>
          <a:lstStyle>
            <a:lvl1pPr marL="0" indent="0" algn="r">
              <a:buNone/>
              <a:defRPr sz="21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6/4/2026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332412" y="5883275"/>
            <a:ext cx="4324044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25067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6/4/2026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951856" y="5867131"/>
            <a:ext cx="551167" cy="365125"/>
          </a:xfrm>
        </p:spPr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242057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2279" y="2666999"/>
            <a:ext cx="8930747" cy="2110382"/>
          </a:xfrm>
        </p:spPr>
        <p:txBody>
          <a:bodyPr anchor="b"/>
          <a:lstStyle>
            <a:lvl1pPr algn="r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72278" y="4777381"/>
            <a:ext cx="8930748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6/4/2026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0652678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150812" y="0"/>
            <a:ext cx="2436813" cy="6858001"/>
            <a:chOff x="1320800" y="0"/>
            <a:chExt cx="2436813" cy="6858001"/>
          </a:xfrm>
        </p:grpSpPr>
        <p:sp>
          <p:nvSpPr>
            <p:cNvPr id="8" name="Freeform 6"/>
            <p:cNvSpPr/>
            <p:nvPr/>
          </p:nvSpPr>
          <p:spPr bwMode="auto">
            <a:xfrm>
              <a:off x="1627188" y="0"/>
              <a:ext cx="1122363" cy="5329238"/>
            </a:xfrm>
            <a:custGeom>
              <a:avLst/>
              <a:gdLst/>
              <a:ahLst/>
              <a:cxnLst/>
              <a:rect l="0" t="0" r="r" b="b"/>
              <a:pathLst>
                <a:path w="707" h="3357">
                  <a:moveTo>
                    <a:pt x="0" y="3330"/>
                  </a:moveTo>
                  <a:lnTo>
                    <a:pt x="156" y="3357"/>
                  </a:lnTo>
                  <a:lnTo>
                    <a:pt x="707" y="0"/>
                  </a:lnTo>
                  <a:lnTo>
                    <a:pt x="547" y="0"/>
                  </a:lnTo>
                  <a:lnTo>
                    <a:pt x="0" y="333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9" name="Freeform 7"/>
            <p:cNvSpPr/>
            <p:nvPr/>
          </p:nvSpPr>
          <p:spPr bwMode="auto">
            <a:xfrm>
              <a:off x="1320800" y="0"/>
              <a:ext cx="1117600" cy="5276850"/>
            </a:xfrm>
            <a:custGeom>
              <a:avLst/>
              <a:gdLst/>
              <a:ahLst/>
              <a:cxnLst/>
              <a:rect l="0" t="0" r="r" b="b"/>
              <a:pathLst>
                <a:path w="704" h="3324">
                  <a:moveTo>
                    <a:pt x="704" y="0"/>
                  </a:moveTo>
                  <a:lnTo>
                    <a:pt x="545" y="0"/>
                  </a:lnTo>
                  <a:lnTo>
                    <a:pt x="0" y="3300"/>
                  </a:lnTo>
                  <a:lnTo>
                    <a:pt x="157" y="3324"/>
                  </a:lnTo>
                  <a:lnTo>
                    <a:pt x="704" y="0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10" name="Freeform 8"/>
            <p:cNvSpPr/>
            <p:nvPr/>
          </p:nvSpPr>
          <p:spPr bwMode="auto">
            <a:xfrm>
              <a:off x="1320800" y="5238750"/>
              <a:ext cx="1228725" cy="1619250"/>
            </a:xfrm>
            <a:custGeom>
              <a:avLst/>
              <a:gdLst/>
              <a:ahLst/>
              <a:cxnLst/>
              <a:rect l="0" t="0" r="r" b="b"/>
              <a:pathLst>
                <a:path w="774" h="1020">
                  <a:moveTo>
                    <a:pt x="0" y="0"/>
                  </a:moveTo>
                  <a:lnTo>
                    <a:pt x="740" y="1020"/>
                  </a:lnTo>
                  <a:lnTo>
                    <a:pt x="774" y="10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11" name="Freeform 9"/>
            <p:cNvSpPr/>
            <p:nvPr/>
          </p:nvSpPr>
          <p:spPr bwMode="auto">
            <a:xfrm>
              <a:off x="1627188" y="5291138"/>
              <a:ext cx="1495425" cy="1566863"/>
            </a:xfrm>
            <a:custGeom>
              <a:avLst/>
              <a:gdLst/>
              <a:ahLst/>
              <a:cxnLst/>
              <a:rect l="0" t="0" r="r" b="b"/>
              <a:pathLst>
                <a:path w="942" h="987">
                  <a:moveTo>
                    <a:pt x="0" y="0"/>
                  </a:moveTo>
                  <a:lnTo>
                    <a:pt x="909" y="987"/>
                  </a:lnTo>
                  <a:lnTo>
                    <a:pt x="942" y="98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12" name="Freeform 10"/>
            <p:cNvSpPr/>
            <p:nvPr/>
          </p:nvSpPr>
          <p:spPr bwMode="auto">
            <a:xfrm>
              <a:off x="1627188" y="5286375"/>
              <a:ext cx="2130425" cy="1571625"/>
            </a:xfrm>
            <a:custGeom>
              <a:avLst/>
              <a:gdLst/>
              <a:ahLst/>
              <a:cxnLst/>
              <a:rect l="0" t="0" r="r" b="b"/>
              <a:pathLst>
                <a:path w="1342" h="990">
                  <a:moveTo>
                    <a:pt x="0" y="3"/>
                  </a:moveTo>
                  <a:lnTo>
                    <a:pt x="942" y="990"/>
                  </a:lnTo>
                  <a:lnTo>
                    <a:pt x="1342" y="990"/>
                  </a:lnTo>
                  <a:lnTo>
                    <a:pt x="156" y="27"/>
                  </a:lnTo>
                  <a:lnTo>
                    <a:pt x="0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13" name="Freeform 11"/>
            <p:cNvSpPr/>
            <p:nvPr/>
          </p:nvSpPr>
          <p:spPr bwMode="auto">
            <a:xfrm>
              <a:off x="1320800" y="5238750"/>
              <a:ext cx="1695450" cy="1619250"/>
            </a:xfrm>
            <a:custGeom>
              <a:avLst/>
              <a:gdLst/>
              <a:ahLst/>
              <a:cxnLst/>
              <a:rect l="0" t="0" r="r" b="b"/>
              <a:pathLst>
                <a:path w="1068" h="1020">
                  <a:moveTo>
                    <a:pt x="1068" y="1020"/>
                  </a:moveTo>
                  <a:lnTo>
                    <a:pt x="184" y="60"/>
                  </a:lnTo>
                  <a:lnTo>
                    <a:pt x="154" y="27"/>
                  </a:lnTo>
                  <a:lnTo>
                    <a:pt x="157" y="27"/>
                  </a:lnTo>
                  <a:lnTo>
                    <a:pt x="157" y="24"/>
                  </a:lnTo>
                  <a:lnTo>
                    <a:pt x="154" y="24"/>
                  </a:lnTo>
                  <a:lnTo>
                    <a:pt x="0" y="0"/>
                  </a:lnTo>
                  <a:lnTo>
                    <a:pt x="0" y="0"/>
                  </a:lnTo>
                  <a:lnTo>
                    <a:pt x="774" y="1020"/>
                  </a:lnTo>
                  <a:lnTo>
                    <a:pt x="1068" y="1020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txBody>
            <a:bodyPr/>
            <a:lstStyle/>
            <a:p>
              <a:endParaRPr lang="en-GB"/>
            </a:p>
          </p:txBody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84311" y="685800"/>
            <a:ext cx="10018713" cy="1752599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0" y="2666999"/>
            <a:ext cx="10018713" cy="312420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48A87A34-81AB-432B-8DAE-1953F412C126}" type="datetimeFigureOut">
              <a:rPr lang="en-US" smtClean="0"/>
              <a:pPr/>
              <a:t>6/4/2026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471341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73" r:id="rId1"/>
    <p:sldLayoutId id="2147483774" r:id="rId2"/>
    <p:sldLayoutId id="2147483775" r:id="rId3"/>
  </p:sldLayoutIdLst>
  <p:txStyles>
    <p:titleStyle>
      <a:lvl1pPr algn="ctr" defTabSz="457200" rtl="0" eaLnBrk="1" latinLnBrk="0" hangingPunct="1">
        <a:spcBef>
          <a:spcPct val="0"/>
        </a:spcBef>
        <a:buNone/>
        <a:defRPr sz="4000" kern="1200" cap="none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2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20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8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">
            <a:extLst>
              <a:ext uri="{FF2B5EF4-FFF2-40B4-BE49-F238E27FC236}">
                <a16:creationId xmlns:a16="http://schemas.microsoft.com/office/drawing/2014/main" id="{156C8F6F-A5B6-D4C4-E07E-5727D2FA27F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18190" y="924232"/>
            <a:ext cx="8174971" cy="3285866"/>
          </a:xfrm>
        </p:spPr>
        <p:txBody>
          <a:bodyPr>
            <a:normAutofit/>
          </a:bodyPr>
          <a:lstStyle/>
          <a:p>
            <a:pPr algn="l"/>
            <a:endParaRPr lang="en-GB" sz="6200"/>
          </a:p>
        </p:txBody>
      </p:sp>
      <p:sp>
        <p:nvSpPr>
          <p:cNvPr id="7" name="Subtitle">
            <a:extLst>
              <a:ext uri="{FF2B5EF4-FFF2-40B4-BE49-F238E27FC236}">
                <a16:creationId xmlns:a16="http://schemas.microsoft.com/office/drawing/2014/main" id="{5145807C-D827-6676-D817-07D82E8C4AD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18190" y="4210098"/>
            <a:ext cx="7178070" cy="863348"/>
          </a:xfrm>
        </p:spPr>
        <p:txBody>
          <a:bodyPr>
            <a:normAutofit/>
          </a:bodyPr>
          <a:lstStyle/>
          <a:p>
            <a:pPr algn="l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3934328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76000"/>
                <a:satMod val="180000"/>
              </a:schemeClr>
              <a:schemeClr val="bg2">
                <a:tint val="80000"/>
                <a:satMod val="120000"/>
                <a:lumMod val="180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">
            <a:extLst>
              <a:ext uri="{FF2B5EF4-FFF2-40B4-BE49-F238E27FC236}">
                <a16:creationId xmlns:a16="http://schemas.microsoft.com/office/drawing/2014/main" id="{0B23D78D-4B94-077C-1707-4C84785F79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18200" y="852055"/>
            <a:ext cx="7257455" cy="1752599"/>
          </a:xfrm>
        </p:spPr>
        <p:txBody>
          <a:bodyPr>
            <a:normAutofit/>
          </a:bodyPr>
          <a:lstStyle/>
          <a:p>
            <a:endParaRPr lang="en-GB" sz="3600"/>
          </a:p>
        </p:txBody>
      </p:sp>
      <p:sp>
        <p:nvSpPr>
          <p:cNvPr id="5" name="Body">
            <a:extLst>
              <a:ext uri="{FF2B5EF4-FFF2-40B4-BE49-F238E27FC236}">
                <a16:creationId xmlns:a16="http://schemas.microsoft.com/office/drawing/2014/main" id="{7374EB76-2D01-D84E-7B76-0D4986A0F08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13237" y="2839605"/>
            <a:ext cx="7200236" cy="2712842"/>
          </a:xfrm>
        </p:spPr>
        <p:txBody>
          <a:bodyPr anchor="t">
            <a:normAutofit/>
          </a:bodyPr>
          <a:lstStyle/>
          <a:p>
            <a:endParaRPr lang="en-GB" sz="1800" dirty="0"/>
          </a:p>
        </p:txBody>
      </p:sp>
    </p:spTree>
    <p:extLst>
      <p:ext uri="{BB962C8B-B14F-4D97-AF65-F5344CB8AC3E}">
        <p14:creationId xmlns:p14="http://schemas.microsoft.com/office/powerpoint/2010/main" val="270681944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">
            <a:extLst>
              <a:ext uri="{FF2B5EF4-FFF2-40B4-BE49-F238E27FC236}">
                <a16:creationId xmlns:a16="http://schemas.microsoft.com/office/drawing/2014/main" id="{F267F84E-1391-5E73-97A9-4EB16F45FE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44658" y="444754"/>
            <a:ext cx="7763092" cy="102209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/>
            <a:endParaRPr lang="en-US" sz="6000" dirty="0"/>
          </a:p>
        </p:txBody>
      </p:sp>
      <p:sp>
        <p:nvSpPr>
          <p:cNvPr id="2" name="Body">
            <a:extLst>
              <a:ext uri="{FF2B5EF4-FFF2-40B4-BE49-F238E27FC236}">
                <a16:creationId xmlns:a16="http://schemas.microsoft.com/office/drawing/2014/main" id="{E14B3445-A577-DDC8-D386-528C919C0F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44658" y="1485900"/>
            <a:ext cx="7758330" cy="2712842"/>
          </a:xfrm>
        </p:spPr>
        <p:txBody>
          <a:bodyPr anchor="t">
            <a:normAutofit/>
          </a:bodyPr>
          <a:lstStyle/>
          <a:p>
            <a:endParaRPr lang="en-GB" sz="1800" dirty="0"/>
          </a:p>
        </p:txBody>
      </p:sp>
    </p:spTree>
    <p:extLst>
      <p:ext uri="{BB962C8B-B14F-4D97-AF65-F5344CB8AC3E}">
        <p14:creationId xmlns:p14="http://schemas.microsoft.com/office/powerpoint/2010/main" val="240991172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Parallax">
  <a:themeElements>
    <a:clrScheme name="Blue II">
      <a:dk1>
        <a:sysClr val="windowText" lastClr="000000"/>
      </a:dk1>
      <a:lt1>
        <a:sysClr val="window" lastClr="FFFFFF"/>
      </a:lt1>
      <a:dk2>
        <a:srgbClr val="335B74"/>
      </a:dk2>
      <a:lt2>
        <a:srgbClr val="DFE3E5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6EAC1C"/>
      </a:hlink>
      <a:folHlink>
        <a:srgbClr val="B26B02"/>
      </a:folHlink>
    </a:clrScheme>
    <a:fontScheme name="Parallax">
      <a:maj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Parallax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04000"/>
              </a:schemeClr>
            </a:gs>
            <a:gs pos="100000">
              <a:schemeClr val="phClr">
                <a:tint val="84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2000"/>
              </a:schemeClr>
            </a:gs>
            <a:gs pos="100000">
              <a:schemeClr val="phClr">
                <a:shade val="88000"/>
                <a:lumMod val="94000"/>
              </a:schemeClr>
            </a:gs>
          </a:gsLst>
          <a:path path="circle">
            <a:fillToRect l="50000" t="100000" r="100000" b="50000"/>
          </a:path>
        </a:gradFill>
      </a:fillStyleLst>
      <a:lnStyleLst>
        <a:ln w="9525" cap="rnd" cmpd="sng" algn="ctr">
          <a:solidFill>
            <a:schemeClr val="phClr">
              <a:tint val="6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reflection blurRad="12700" stA="26000" endPos="32000" dist="12700" dir="5400000" sy="-100000" rotWithShape="0"/>
          </a:effectLst>
        </a:effectStyle>
        <a:effectStyle>
          <a:effectLst>
            <a:outerShdw blurRad="38100" dist="25400" dir="5400000" rotWithShape="0">
              <a:srgbClr val="000000">
                <a:alpha val="64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25400" h="127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98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76000"/>
                <a:satMod val="180000"/>
              </a:schemeClr>
              <a:schemeClr val="phClr">
                <a:tint val="80000"/>
                <a:satMod val="120000"/>
                <a:lumMod val="18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arallax" id="{3388167B-A2EB-4685-9635-1831D9AEF8C4}" vid="{4F7A876A-7598-49CA-AFC8-8EDA2551E4A7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24</TotalTime>
  <Words>0</Words>
  <Application>Microsoft Office PowerPoint</Application>
  <PresentationFormat>Widescreen</PresentationFormat>
  <Paragraphs>0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Corbel</vt:lpstr>
      <vt:lpstr>Parallax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Abdul Rauf Mirza Muhammad Shafique-Contractor</dc:creator>
  <cp:lastModifiedBy>Abdul Rauf Mirza Muhammad Shafique-Contractor</cp:lastModifiedBy>
  <cp:revision>5</cp:revision>
  <dcterms:created xsi:type="dcterms:W3CDTF">2026-06-03T07:57:52Z</dcterms:created>
  <dcterms:modified xsi:type="dcterms:W3CDTF">2026-06-04T08:26:14Z</dcterms:modified>
</cp:coreProperties>
</file>