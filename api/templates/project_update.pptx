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6806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79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272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8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56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76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3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1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558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1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5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61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56C8F6F-A5B6-D4C4-E07E-5727D2FA2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145807C-D827-6676-D817-07D82E8C4A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34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B23D78D-4B94-077C-1707-4C84785F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374EB76-2D01-D84E-7B76-0D4986A0F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681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267F84E-1391-5E73-97A9-4EB16F4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FE66692-A365-D24B-6160-B2838ADAF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91172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Rauf Mirza Muhammad Shafique-Contractor</dc:creator>
  <cp:lastModifiedBy>Abdul Rauf Mirza Muhammad Shafique-Contractor</cp:lastModifiedBy>
  <cp:revision>3</cp:revision>
  <dcterms:created xsi:type="dcterms:W3CDTF">2026-06-03T07:57:52Z</dcterms:created>
  <dcterms:modified xsi:type="dcterms:W3CDTF">2026-06-05T06:09:23Z</dcterms:modified>
</cp:coreProperties>
</file>