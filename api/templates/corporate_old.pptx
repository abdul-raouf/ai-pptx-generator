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3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7117B4D-F55B-07E8-1103-ABCA060EB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103747F-2B09-8BEE-9234-36E918416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84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3A8FBD-1A0C-8D7A-ED79-054BF73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B38F65-7A12-DE63-C507-20F8AF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56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3A8FBD-1A0C-8D7A-ED79-054BF73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B38F65-7A12-DE63-C507-20F8AF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9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82F04C-DEC8-2CC0-6F1F-DB6E1DA9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39A8866-BFC3-3A4E-01A5-D3C7ED251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362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56C8F6F-A5B6-D4C4-E07E-5727D2FA2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145807C-D827-6676-D817-07D82E8C4A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3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B23D78D-4B94-077C-1707-4C84785F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374EB76-2D01-D84E-7B76-0D4986A0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81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267F84E-1391-5E73-97A9-4EB16F4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FE66692-A365-D24B-6160-B2838ADA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11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2</cp:revision>
  <dcterms:created xsi:type="dcterms:W3CDTF">2026-06-03T07:57:52Z</dcterms:created>
  <dcterms:modified xsi:type="dcterms:W3CDTF">2026-06-03T08:45:26Z</dcterms:modified>
</cp:coreProperties>
</file>