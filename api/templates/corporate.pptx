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9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0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2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0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8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7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8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0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5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93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61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49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2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76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9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26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22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3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itle">
            <a:extLst>
              <a:ext uri="{FF2B5EF4-FFF2-40B4-BE49-F238E27FC236}">
                <a16:creationId xmlns:a16="http://schemas.microsoft.com/office/drawing/2014/main" id="{156C8F6F-A5B6-D4C4-E07E-5727D2FA2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endParaRPr lang="en-GB" sz="620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145807C-D827-6676-D817-07D82E8C4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343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B23D78D-4B94-077C-1707-4C84785F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00" y="852055"/>
            <a:ext cx="7257455" cy="1752599"/>
          </a:xfrm>
        </p:spPr>
        <p:txBody>
          <a:bodyPr>
            <a:normAutofit/>
          </a:bodyPr>
          <a:lstStyle/>
          <a:p>
            <a:endParaRPr lang="en-GB" sz="36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E34CC1C8-EBDD-4AEA-83E6-B27575B6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649700" y="0"/>
            <a:ext cx="1063625" cy="2782888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6B38644-B85D-4211-9526-5B4C2A662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2116425" y="0"/>
            <a:ext cx="1035050" cy="2673350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8A8B2820-6B8F-4C19-BFC5-D28EE44E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457487" y="2587625"/>
            <a:ext cx="2693987" cy="4270375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A45AB7-441E-40A8-A98B-557D68F48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" y="2692400"/>
            <a:ext cx="2713324" cy="3390788"/>
          </a:xfrm>
          <a:custGeom>
            <a:avLst/>
            <a:gdLst>
              <a:gd name="connsiteX0" fmla="*/ 0 w 2713324"/>
              <a:gd name="connsiteY0" fmla="*/ 0 h 3390788"/>
              <a:gd name="connsiteX1" fmla="*/ 4763 w 2713324"/>
              <a:gd name="connsiteY1" fmla="*/ 4763 h 3390788"/>
              <a:gd name="connsiteX2" fmla="*/ 2713324 w 2713324"/>
              <a:gd name="connsiteY2" fmla="*/ 3390788 h 3390788"/>
              <a:gd name="connsiteX3" fmla="*/ 2713324 w 2713324"/>
              <a:gd name="connsiteY3" fmla="*/ 2368619 h 3390788"/>
              <a:gd name="connsiteX4" fmla="*/ 357188 w 2713324"/>
              <a:gd name="connsiteY4" fmla="*/ 90488 h 33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324" h="3390788">
                <a:moveTo>
                  <a:pt x="0" y="0"/>
                </a:moveTo>
                <a:lnTo>
                  <a:pt x="4763" y="4763"/>
                </a:lnTo>
                <a:lnTo>
                  <a:pt x="2713324" y="3390788"/>
                </a:lnTo>
                <a:lnTo>
                  <a:pt x="2713324" y="2368619"/>
                </a:lnTo>
                <a:lnTo>
                  <a:pt x="357188" y="904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F516030-4F00-4C48-AD93-91EFA17A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582863"/>
            <a:ext cx="3151474" cy="4275137"/>
          </a:xfrm>
          <a:custGeom>
            <a:avLst/>
            <a:gdLst>
              <a:gd name="connsiteX0" fmla="*/ 0 w 3151474"/>
              <a:gd name="connsiteY0" fmla="*/ 0 h 4275137"/>
              <a:gd name="connsiteX1" fmla="*/ 0 w 3151474"/>
              <a:gd name="connsiteY1" fmla="*/ 4757 h 4275137"/>
              <a:gd name="connsiteX2" fmla="*/ 2693987 w 3151474"/>
              <a:gd name="connsiteY2" fmla="*/ 4275137 h 4275137"/>
              <a:gd name="connsiteX3" fmla="*/ 3151474 w 3151474"/>
              <a:gd name="connsiteY3" fmla="*/ 4275137 h 4275137"/>
              <a:gd name="connsiteX4" fmla="*/ 3151474 w 3151474"/>
              <a:gd name="connsiteY4" fmla="*/ 3714295 h 4275137"/>
              <a:gd name="connsiteX5" fmla="*/ 419100 w 3151474"/>
              <a:gd name="connsiteY5" fmla="*/ 176017 h 4275137"/>
              <a:gd name="connsiteX6" fmla="*/ 361950 w 3151474"/>
              <a:gd name="connsiteY6" fmla="*/ 95144 h 4275137"/>
              <a:gd name="connsiteX7" fmla="*/ 357188 w 3151474"/>
              <a:gd name="connsiteY7" fmla="*/ 90387 h 42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1474" h="4275137">
                <a:moveTo>
                  <a:pt x="0" y="0"/>
                </a:moveTo>
                <a:lnTo>
                  <a:pt x="0" y="4757"/>
                </a:lnTo>
                <a:lnTo>
                  <a:pt x="2693987" y="4275137"/>
                </a:lnTo>
                <a:lnTo>
                  <a:pt x="3151474" y="4275137"/>
                </a:lnTo>
                <a:lnTo>
                  <a:pt x="3151474" y="3714295"/>
                </a:lnTo>
                <a:lnTo>
                  <a:pt x="419100" y="176017"/>
                </a:lnTo>
                <a:lnTo>
                  <a:pt x="361950" y="95144"/>
                </a:lnTo>
                <a:lnTo>
                  <a:pt x="357188" y="9038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820085E-2582-4A95-98EE-45DFFD5C0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697164"/>
            <a:ext cx="2706398" cy="3513899"/>
          </a:xfrm>
          <a:custGeom>
            <a:avLst/>
            <a:gdLst>
              <a:gd name="connsiteX0" fmla="*/ 0 w 2706398"/>
              <a:gd name="connsiteY0" fmla="*/ 0 h 3513899"/>
              <a:gd name="connsiteX1" fmla="*/ 2706398 w 2706398"/>
              <a:gd name="connsiteY1" fmla="*/ 3513899 h 3513899"/>
              <a:gd name="connsiteX2" fmla="*/ 2706398 w 2706398"/>
              <a:gd name="connsiteY2" fmla="*/ 3383321 h 351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6398" h="3513899">
                <a:moveTo>
                  <a:pt x="0" y="0"/>
                </a:moveTo>
                <a:lnTo>
                  <a:pt x="2706398" y="3513899"/>
                </a:lnTo>
                <a:lnTo>
                  <a:pt x="2706398" y="338332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74EB76-2D01-D84E-7B76-0D4986A0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237" y="2839605"/>
            <a:ext cx="7200236" cy="2712842"/>
          </a:xfrm>
        </p:spPr>
        <p:txBody>
          <a:bodyPr anchor="t">
            <a:norm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7068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267F84E-1391-5E73-97A9-4EB16F45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658" y="444754"/>
            <a:ext cx="7763092" cy="10220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6000" dirty="0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14B3445-A577-DDC8-D386-528C919C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658" y="1485900"/>
            <a:ext cx="7758330" cy="2712842"/>
          </a:xfrm>
        </p:spPr>
        <p:txBody>
          <a:bodyPr anchor="t">
            <a:norm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09911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4</cp:revision>
  <dcterms:created xsi:type="dcterms:W3CDTF">2026-06-03T07:57:52Z</dcterms:created>
  <dcterms:modified xsi:type="dcterms:W3CDTF">2026-06-04T07:26:01Z</dcterms:modified>
</cp:coreProperties>
</file>