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9"/>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3" autoAdjust="0"/>
    <p:restoredTop sz="94660"/>
  </p:normalViewPr>
  <p:slideViewPr>
    <p:cSldViewPr snapToGrid="0">
      <p:cViewPr varScale="1">
        <p:scale>
          <a:sx n="150" d="100"/>
          <a:sy n="150" d="100"/>
        </p:scale>
        <p:origin x="23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provides a balanced, evidence-based review of integrating AI agents into government workflows. We will examine concrete benefits, quantify risks, and present a phased investment strategy aligned with federal compliance standards.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terminology to align leadership understanding. Distinguish agents from chatbots or predictive models. Emphasize operational scope and the necessity of secure, interoperable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urgency without fear-mongering. Ground in operational realities and competitive/public trust metrics. Highlight that inaction carries measurable costs in efficiency and citizen confidence.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concrete efficiency gains. Emphasize that agents handle repetitive, high-volume work, freeing staff for complex decision-making. Note that ROI is tied to proper change management and system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equity of access and consistency. Highlight how agents standardize service quality across jurisdictions and reduce friction for vulnerable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AI capabilities to strategic planning and legislative support. Emphasize simulation and forecasting as tools for proactive, rather than reactive, governance.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risks in specific regulatory frameworks. Stress that autonomy increases exposure if not properly sandboxed. Emphasize the need for continuous security validation and strict data handling protocols.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fairness head-on. Link to legal and ethical obligations. Emphasize auditability and the necessity of diverse training datasets to prevent automated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the legal gray area. Stress the need for clear human accountability boundaries and record-keeping protocols. Note that transparency is non-negotiable for public trust.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workforce impact as a management challenge, not just a tech issue. Highlight reskilling, union considerations, and the importance of retaining institutional knowledge during transition.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procurement strategy. Contrast proprietary vs. sovereign/open approaches. Tie to budget sustainability and the need for vendor-agnostic architecture standards.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actionable governance steps. Reference established frameworks (NIST). Emphasize oversight without stifling innovation. Stress that governance must be baked into procurement, not bolted on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 out a realistic timeline and budget. Stress milestone gates and risk-based scaling. Clarify that funding is tied to demonstrated compliance and performance metrics.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Synthesize the core trade-offs. Reinforce that benefits are substantial but conditional on disciplined execution. Prepare leadership for the final decision points.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call to action. Specify immediate decisions needed. Set expectations for ongoing oversight and quarterly reporting. Thank leadership for their engagement and commit to delivering the governance charter within 30 days.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7117B4D-F55B-07E8-1103-ABCA060EB1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a:extLst>
              <a:ext uri="{FF2B5EF4-FFF2-40B4-BE49-F238E27FC236}">
                <a16:creationId xmlns:a16="http://schemas.microsoft.com/office/drawing/2014/main" id="{2103747F-2B09-8BEE-9234-36E918416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098846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C3A8FBD-1A0C-8D7A-ED79-054BF73C11EF}"/>
              </a:ext>
            </a:extLst>
          </p:cNvPr>
          <p:cNvSpPr>
            <a:spLocks noGrp="1"/>
          </p:cNvSpPr>
          <p:nvPr>
            <p:ph type="title"/>
          </p:nvPr>
        </p:nvSpPr>
        <p:spPr/>
        <p:txBody>
          <a:bodyPr/>
          <a:lstStyle/>
          <a:p>
            <a:r>
              <a:rPr lang="en-US"/>
              <a:t>Click to edit Master title style</a:t>
            </a:r>
            <a:endParaRPr lang="en-GB"/>
          </a:p>
        </p:txBody>
      </p:sp>
      <p:sp>
        <p:nvSpPr>
          <p:cNvPr id="3" name="Body">
            <a:extLst>
              <a:ext uri="{FF2B5EF4-FFF2-40B4-BE49-F238E27FC236}">
                <a16:creationId xmlns:a16="http://schemas.microsoft.com/office/drawing/2014/main" id="{79B38F65-7A12-DE63-C507-20F8AF0570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02564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C3A8FBD-1A0C-8D7A-ED79-054BF73C11EF}"/>
              </a:ext>
            </a:extLst>
          </p:cNvPr>
          <p:cNvSpPr>
            <a:spLocks noGrp="1"/>
          </p:cNvSpPr>
          <p:nvPr>
            <p:ph type="title"/>
          </p:nvPr>
        </p:nvSpPr>
        <p:spPr/>
        <p:txBody>
          <a:bodyPr/>
          <a:lstStyle/>
          <a:p>
            <a:r>
              <a:rPr lang="en-US"/>
              <a:t>Click to edit Master title style</a:t>
            </a:r>
            <a:endParaRPr lang="en-GB"/>
          </a:p>
        </p:txBody>
      </p:sp>
      <p:sp>
        <p:nvSpPr>
          <p:cNvPr id="3" name="Body">
            <a:extLst>
              <a:ext uri="{FF2B5EF4-FFF2-40B4-BE49-F238E27FC236}">
                <a16:creationId xmlns:a16="http://schemas.microsoft.com/office/drawing/2014/main" id="{79B38F65-7A12-DE63-C507-20F8AF0570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357938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682F04C-DEC8-2CC0-6F1F-DB6E1DA969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Body">
            <a:extLst>
              <a:ext uri="{FF2B5EF4-FFF2-40B4-BE49-F238E27FC236}">
                <a16:creationId xmlns:a16="http://schemas.microsoft.com/office/drawing/2014/main" id="{939A8866-BFC3-3A4E-01A5-D3C7ED251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97362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Flowchart diagram showing an AI agent receiving a citizen request, querying multiple government databases, making a routing decision, and executing a workflow with a human supervisor checkpoint.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Flowchart diagram showing an AI agent receiving a citizen request, querying multiple government databases, making a routing decision, and executing a workflow with a human supervisor checkpoint.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Bar chart comparing baseline processing times vs. AI-agent-assisted processing times across three government functions: benefits claims, permit approvals, and tax document reconciliation.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Dashboard mockup showing real-time citizen service metrics: inquiry resolution rate, average wait time reduction, and multilingual support distribution.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Shield icon with layered security badges (FISMA, NIST, Zero Trust) surrounding a central AI node, with red warning indicators highlighting data breach vectors.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Scale of justice graphic balancing a digital AI chip on one side and a government seal/document on the other, symbolizing legal accountability.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Network diagram showing a central government hub connected to multiple vendor clouds, with highlighted bottlenecks at proprietary API gateways and legacy system interfaces.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Four-quadrant matrix labeled: Strategy, Compliance, Operations, and Oversight, with checkmarks and policy icons in each section.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Gantt-style timeline chart showing three implementation phases with budget allocations, milestone gates, and KPI checkpoints.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Checklist graphic with five highlighted action items, accompanied by a forward-pointing arrow symbolizing progress and execution.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Rauf Mirza Muhammad Shafique-Contractor</dc:creator>
  <cp:lastModifiedBy>Abdul Rauf Mirza Muhammad Shafique-Contractor</cp:lastModifiedBy>
  <cp:revision>2</cp:revision>
  <dcterms:created xsi:type="dcterms:W3CDTF">2026-06-03T07:57:52Z</dcterms:created>
  <dcterms:modified xsi:type="dcterms:W3CDTF">2026-06-03T08:45:26Z</dcterms:modified>
</cp:coreProperties>
</file>